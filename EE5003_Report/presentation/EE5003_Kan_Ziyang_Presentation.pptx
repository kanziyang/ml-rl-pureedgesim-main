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219456"/>
            <a:ext cx="1002658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572768"/>
            <a:ext cx="8046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4272C"/>
                </a:solidFill>
                <a:latin typeface="Aptos Display"/>
              </a:rPr>
              <a:t>On-Policy Multi-Agent Reinforcement Learning for 6G Edge-Cloud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90672"/>
            <a:ext cx="6766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BD1522"/>
                </a:solidFill>
                <a:latin typeface="Aptos Display"/>
              </a:rPr>
              <a:t>EE5003 MSc Project Report Presentation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4272C"/>
                </a:solidFill>
                <a:latin typeface="Aptos"/>
              </a:rPr>
              <a:t>Kan Ziyang | A0326643A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666E77"/>
                </a:solidFill>
                <a:latin typeface="Aptos"/>
              </a:rPr>
              <a:t>Supervisor: Prof. Tham Chen Khong | March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09160"/>
            <a:ext cx="5257800" cy="1005840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5604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2B59"/>
                </a:solidFill>
                <a:latin typeface="Aptos"/>
              </a:rPr>
              <a:t>Joint task offloading and PRB allocation in a 3-tier LOCAL-EDGE-CLOUD system</a:t>
            </a:r>
          </a:p>
        </p:txBody>
      </p:sp>
      <p:pic>
        <p:nvPicPr>
          <p:cNvPr id="9" name="Picture 8" descr="extended_pureedgesim_r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156600"/>
            <a:ext cx="5074920" cy="12214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Motivation and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Why joint compute-radio scheduling matters in the studied 6G edge-cloud 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48920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4434840" cy="3749039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6G-oriented services require low latency, high reliability, and support for dense device populations.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Pure offloading decisions are insufficient because uplink PRB scarcity directly changes transmission delay and deadline success.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Devices, edge data centers, and the cloud interact through shared compute queues, wireless contention, and mobility.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Static heuristics struggle because the control problem is high-dimensional, non-stationary, and partially observable.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Target: jointly choose execution destination and PRB reservation to improve QoS while limiting energy and bandwidth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5468112"/>
            <a:ext cx="4434840" cy="502920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Core challenge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A destination that looks compute-efficient can still fail if the wireless reservation is badly matched to the task and link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1783080"/>
            <a:ext cx="589788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05531"/>
            <a:ext cx="5577840" cy="3715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Research Questions and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What the report tries to answer and what was built to answer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3949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846320" cy="210312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RQ1: Can on-policy RL outperform heuristic schedulers when destination selection and PRB reservation are optimized jointly?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RQ2: Is adaptive PRB control the dominant source of gain relative to other MAPPO design choices?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RQ3: Does MAPPO offer a meaningful reliability advantage over a shared-policy PPO baseline?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46320"/>
            <a:ext cx="4709160" cy="987552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Contribution set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Dec-POMDP formulation, CTDE MAPPO scheduler, PPO baseline, PRB-aware PureEdgeSim extensions, and a Java-Python training/evaluation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10512"/>
            <a:ext cx="5376672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po_ctde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07336"/>
            <a:ext cx="4983480" cy="3322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Method and 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System structure, action space, and evaluation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920240" cy="749808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160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828800"/>
            <a:ext cx="1920240" cy="749808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4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edge DCs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1828800"/>
            <a:ext cx="1920240" cy="749808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1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cloud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1152" y="1828800"/>
            <a:ext cx="1920240" cy="749808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5000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PRBs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828800"/>
            <a:ext cx="1920240" cy="749808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30 min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episode horizon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816352"/>
            <a:ext cx="54864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4983480" cy="256032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24272C"/>
                </a:solidFill>
                <a:latin typeface="Aptos"/>
              </a:rPr>
              <a:t>Each task-generating device is one agent under CTDE training.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4272C"/>
                </a:solidFill>
                <a:latin typeface="Aptos"/>
              </a:rPr>
              <a:t>Actor uses a dual-head decision: destination plus PRB bin.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4272C"/>
                </a:solidFill>
                <a:latin typeface="Aptos"/>
              </a:rPr>
              <a:t>Observation design: 13-D agent features and 11-D per-destination features.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4272C"/>
                </a:solidFill>
                <a:latin typeface="Aptos"/>
              </a:rPr>
              <a:t>PRB action space has 8 bins, mapped to {1, 2, 5, 10, 20, 30, 40, 50} blocks.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4272C"/>
                </a:solidFill>
                <a:latin typeface="Aptos"/>
              </a:rPr>
              <a:t>Training: 40 episodes; evaluation: seeds 9001, 9002, 9003; comparisons include heuristics, PPO, and controlled ablations.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816352"/>
            <a:ext cx="5266944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ctor-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043801"/>
            <a:ext cx="4937760" cy="2644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91695" cy="20116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32704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874519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7ECF5"/>
                </a:solidFill>
                <a:latin typeface="Aptos"/>
              </a:rPr>
              <a:t>This section is intentionally more detailed: convergence, robustness, behavior, scalability, ablation, and baseline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D7DFEC"/>
                </a:solidFill>
                <a:latin typeface="Aptos"/>
              </a:rPr>
              <a:t>Presentation deck generated from the finalized EE5003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1: MAPPO Training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Standard setting: 160 devices, 30-minute horizon, 40 training episodes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672084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ppo_training_progress_40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85" y="1965960"/>
            <a:ext cx="6075125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52360" y="1810512"/>
            <a:ext cx="40690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1993392"/>
            <a:ext cx="3611880" cy="297180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Task success rises from 57.85% in episode 1 to 99.91% in episode 40.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MAPPO exceeds 95% success by episode 6 and 99% by episode 13, indicating fast learning under the given action space.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Average total time drops from 5.0108 s to 4.6622 s while delay failures fall from 28,193 to 52.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Late-stage training is stable: last-10-episode success averages 99.80% with 0.131 std.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Training cost is practical for this simulator scale: 227.74 s per episode, about 2.53 hours total.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5321808"/>
            <a:ext cx="3566160" cy="658368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Interpretation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The policy does not only learn to finish more tasks; it simultaneously reduces latency pressure and stabilizes the operating regime.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2: Robustness and Behavioral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Three-seed evaluation plus representative seed-9001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2286000" cy="822960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99.9237%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mean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47088"/>
            <a:ext cx="2286000" cy="822960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0.0238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success std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1847088"/>
            <a:ext cx="2286000" cy="822960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4.5284 s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avg total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847088"/>
            <a:ext cx="2286000" cy="822960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227.636 Wh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mean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2907792"/>
            <a:ext cx="64373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08960"/>
            <a:ext cx="5943600" cy="265176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All three evaluation seeds remain tightly clustered: 99.8901%, 99.9390%, and 99.9421% success.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Representative seed 9001 shows a balanced destination policy: 51.73% cloud, 19.81% local, and 28.46% edge.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PRB behavior is selective rather than aggressive: 1-block is used for 72.76% of offloaded tasks, while 10/20 blocks are reserved only when needed.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Runtime reward stays around 4.4-4.5 after initialization, which indicates stable task-level decisions across the full 30-minute horizon.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907792"/>
            <a:ext cx="4297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po_seed9001_ru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3380354"/>
            <a:ext cx="3977639" cy="2163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3: Runtime Resource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Why the converged policy stays reliable in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44068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ppo_eval_prb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831" y="1965960"/>
            <a:ext cx="2744297" cy="1828799"/>
          </a:xfrm>
          <a:prstGeom prst="rect">
            <a:avLst/>
          </a:prstGeom>
        </p:spPr>
      </p:pic>
      <p:pic>
        <p:nvPicPr>
          <p:cNvPr id="12" name="Picture 11" descr="mappo_eval_cpu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16" y="3858768"/>
            <a:ext cx="3018727" cy="2011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36208" y="1810512"/>
            <a:ext cx="5285232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93392"/>
            <a:ext cx="4754880" cy="283464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PRB allocation remains moderate and smooth, matching the action statistics where small reservations dominate.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CPU load is spread across cloud and edge tiers while local utilization remains comparatively low.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The delay distribution has a thin tail and the failure curve stays almost flat, so the near-perfect success rate is not hiding bursts of instability.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Operationally, MAPPO is coordinating compute placement and radio reservation together instead of solving them as disconnected subproblems.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5321808"/>
            <a:ext cx="4572000" cy="658368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Takeaway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The learned policy uses cloud and edge capacity without oversaturating the wireless layer or pushing too much traffic back to local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4: Scalability Across Device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Independent training and evaluation at 80, 160, 240, and 320 devices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62356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blation_devices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88" y="1975104"/>
            <a:ext cx="2926080" cy="1828800"/>
          </a:xfrm>
          <a:prstGeom prst="rect">
            <a:avLst/>
          </a:prstGeom>
        </p:spPr>
      </p:pic>
      <p:pic>
        <p:nvPicPr>
          <p:cNvPr id="12" name="Picture 11" descr="ablation_devices_eval_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3840480"/>
            <a:ext cx="3145536" cy="1965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0" y="1810512"/>
            <a:ext cx="51206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75104"/>
            <a:ext cx="4617720" cy="3090672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MAPPO scales well from 80 to 240 devices: success stays at 99.75%, 99.77%, and 99.55%, respectively.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At 320 devices, success collapses to 54.06% and delay failures jump to 61,899, so the workload crosses the infrastructure capacity boundary.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The policy adapts before collapse: cloud share drops from about 60% at 80 devices to 11.7% at 320 devices, while local share rises to 50.7%.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This pattern indicates infrastructure saturation rather than ordinary optimization noise; the system is running out of compute-radio capacity, not simply failing to train.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5413248"/>
            <a:ext cx="4590288" cy="566928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Capacity-envelope conclusion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Within the tested four-edge-plus-one-cloud infrastructure, MAPPO is reliable up to roughly 240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5: Ablation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Is MAPPO winning because of multi-agent conditioning or because of adaptive PRB control?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200400" cy="804672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99.9237%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MAPPO mean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828800"/>
            <a:ext cx="3200400" cy="804672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99.8148%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NoEmbedding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1231" y="1828800"/>
            <a:ext cx="3657600" cy="804672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D2B59"/>
                </a:solidFill>
                <a:latin typeface="Aptos Display"/>
              </a:rPr>
              <a:t>92.3822%</a:t>
            </a:r>
          </a:p>
          <a:p>
            <a:pPr algn="ctr"/>
            <a:r>
              <a:rPr sz="1000" b="1">
                <a:solidFill>
                  <a:srgbClr val="666E77"/>
                </a:solidFill>
                <a:latin typeface="Aptos"/>
              </a:rPr>
              <a:t>FixedPRB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80360"/>
            <a:ext cx="54864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4983480" cy="265176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NoEmbedding removes the 16-D agent embedding but keeps the same policy structure.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Its degradation is small but real: delay failures rise from 48 to 123 and the policy shifts a bit more mass toward 20-block PRB actions.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This means explicit agent identity mainly sharpens reliability under shared multi-device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880360"/>
            <a:ext cx="52486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108960"/>
            <a:ext cx="4718304" cy="265176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FixedPRB clamps every offloaded task to 10 blocks, removing adaptive radio control.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That causes structural failure: energy rises to 309.2645 Wh and delay failures explode to 5127.67.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Conclusion: adaptive PRB control is the dominant source of performance gain; embeddings are a secondary but useful refinement.</a:t>
            </a:r>
          </a:p>
        </p:txBody>
      </p:sp>
      <p:pic>
        <p:nvPicPr>
          <p:cNvPr id="17" name="Picture 16" descr="fixedprb_ru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031955"/>
            <a:ext cx="3246120" cy="17658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6: RL vs Heuristic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Fixed-seed offline comparison under the same realized 160-device workload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6400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seline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81666"/>
            <a:ext cx="6035040" cy="215537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78040" y="1810512"/>
            <a:ext cx="43434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993392"/>
            <a:ext cx="3822191" cy="283464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MAPPO reaches 99.96% success and PPO 99.94%, while the strongest heuristic, ROUND_ROBIN, reaches 90.39%.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MAPPO beats ROUND_ROBIN by 9.58 percentage points while also cutting average total time by 1.2750 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Energy is lower for RL as well: about 231 Wh for MAPPO/PPO versus 298.26 Wh for ROUND_ROBIN.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Bandwidth usage reveals another systems gain: MAPPO and PPO use only 4.07 Mbps on average, far below heuristic schedulers.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The improvement comes from balanced tier usage, not from simply pushing more tasks to the cloud or spending more energy.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Results 7: MAPPO vs PPO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How to interpret the two RL policies without overstating the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5778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ppo_ppo_ev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63308"/>
            <a:ext cx="5257800" cy="15006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82512" y="1810512"/>
            <a:ext cx="513892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1993392"/>
            <a:ext cx="4645152" cy="292608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PPO is marginally stronger on three-seed mean metrics: 99.9436% success, 4.4665 s average time, and 227.5745 Wh energy.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However, the fixed-seed offline run still favors MAPPO on residual failures: 20 for MAPPO versus 36 for PPO.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The NoEmbedding ablation supports the same interpretation: agent-specific conditioning improves deadline-sensitive reliability.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4272C"/>
                </a:solidFill>
                <a:latin typeface="Aptos"/>
              </a:rPr>
              <a:t>Therefore, MAPPO should be positioned as the structurally better-matched per-device formulation, while PPO remains a very strong learning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0256" y="5376672"/>
            <a:ext cx="4572000" cy="585216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Balanced claim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The report supports MAPPO as a reliability-oriented and methodologically aligned scheduler, not as an unconditional winner on every aggregate metric.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D2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"/>
            <a:ext cx="1828800" cy="64008"/>
          </a:xfrm>
          <a:prstGeom prst="rect">
            <a:avLst/>
          </a:prstGeom>
          <a:solidFill>
            <a:srgbClr val="B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417320" cy="310896"/>
          </a:xfrm>
          <a:prstGeom prst="roundRect">
            <a:avLst/>
          </a:prstGeom>
          <a:solidFill>
            <a:srgbClr val="FCEEF0"/>
          </a:solidFill>
          <a:ln w="12700">
            <a:solidFill>
              <a:srgbClr val="B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D1522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4272C"/>
                </a:solidFill>
                <a:latin typeface="Aptos Display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6E77"/>
                </a:solidFill>
                <a:latin typeface="Aptos"/>
              </a:rPr>
              <a:t>What the presentation should leave the audience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F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9326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6E77"/>
                </a:solidFill>
                <a:latin typeface="Aptos"/>
              </a:rPr>
              <a:t>EE5003 MSc Project Presentation | National University of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D2B59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10972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0424160" cy="2606040"/>
          </a:xfrm>
          <a:prstGeom prst="rect">
            <a:avLst/>
          </a:prstGeom>
          <a:noFill/>
        </p:spPr>
        <p:txBody>
          <a:bodyPr wrap="square" lIns="50800" rIns="50800" t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On-policy reinforcement learning is effective for joint offloading and PRB allocation in the studied LOCAL-EDGE-CLOUD simulator setting.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The main reason is adaptive compute-radio coordination: removing adaptive PRB control causes the largest drop in success and the largest rise in energy and delay failures.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MAPPO is best interpreted as a reliability-oriented, per-device formulation that matches the system structure well, while PPO serves as a strong aggregate-performance baseline.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4272C"/>
                </a:solidFill>
                <a:latin typeface="Aptos"/>
              </a:rPr>
              <a:t>The learned policy remains highly effective from 80 to 240 devices, but performance collapses at 320 devices because the infrastructure is saturated.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3246120" cy="685800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Future direction 1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Map the capacity boundary by jointly scaling device density, compute capacity, and PRB budgets.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5074920"/>
            <a:ext cx="3246120" cy="685800"/>
          </a:xfrm>
          <a:prstGeom prst="roundRect">
            <a:avLst/>
          </a:prstGeom>
          <a:solidFill>
            <a:srgbClr val="FC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Future direction 2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Preserve symmetric PPO/MAPPO trajectory artifacts and expand robustness tests across more seeds and traffic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5074920"/>
            <a:ext cx="3246120" cy="685800"/>
          </a:xfrm>
          <a:prstGeom prst="roundRect">
            <a:avLst/>
          </a:prstGeom>
          <a:solidFill>
            <a:srgbClr val="FC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BD1522"/>
                </a:solidFill>
                <a:latin typeface="Aptos Display"/>
              </a:rPr>
              <a:t>Future direction 3</a:t>
            </a:r>
          </a:p>
          <a:p>
            <a:pPr algn="l"/>
            <a:r>
              <a:rPr sz="1100" b="0">
                <a:solidFill>
                  <a:srgbClr val="24272C"/>
                </a:solidFill>
                <a:latin typeface="Aptos"/>
              </a:rPr>
              <a:t>Extend from full-task offloading to partial offloading and broader continuum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